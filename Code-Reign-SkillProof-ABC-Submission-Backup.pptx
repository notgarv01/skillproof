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3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3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4-2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7053" y="0"/>
            <a:ext cx="595724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385" y="0"/>
            <a:ext cx="2202105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293" y="1955800"/>
            <a:ext cx="3216294" cy="157043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50" y="3275905"/>
            <a:ext cx="2909319" cy="15299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1120" y="4911130"/>
            <a:ext cx="238317" cy="1034157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33893" y="562316"/>
            <a:ext cx="4551249" cy="1042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00" b="1" dirty="0">
                <a:solidFill>
                  <a:srgbClr val="272727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SkillProof</a:t>
            </a:r>
            <a:endParaRPr lang="en-US" sz="7600" dirty="0"/>
          </a:p>
        </p:txBody>
      </p:sp>
      <p:sp>
        <p:nvSpPr>
          <p:cNvPr id="8" name="Text 1"/>
          <p:cNvSpPr/>
          <p:nvPr/>
        </p:nvSpPr>
        <p:spPr>
          <a:xfrm>
            <a:off x="633893" y="3564731"/>
            <a:ext cx="5471579" cy="78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50" dirty="0">
                <a:solidFill>
                  <a:srgbClr val="8A8B8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resume claims to real evidence and better hiring</a:t>
            </a:r>
            <a:endParaRPr lang="en-US" sz="2150" dirty="0"/>
          </a:p>
        </p:txBody>
      </p:sp>
      <p:sp>
        <p:nvSpPr>
          <p:cNvPr id="9" name="Text 2"/>
          <p:cNvSpPr/>
          <p:nvPr/>
        </p:nvSpPr>
        <p:spPr>
          <a:xfrm>
            <a:off x="576050" y="4893370"/>
            <a:ext cx="1243477" cy="13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450" b="1" dirty="0">
                <a:solidFill>
                  <a:srgbClr val="4F85E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TEAM</a:t>
            </a:r>
            <a:endParaRPr lang="en-US" sz="145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450" b="1" dirty="0">
                <a:solidFill>
                  <a:srgbClr val="4F85E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TRACK</a:t>
            </a:r>
            <a:endParaRPr lang="en-US" sz="145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450" b="1" dirty="0">
                <a:solidFill>
                  <a:srgbClr val="4F85E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MEMBERS</a:t>
            </a:r>
            <a:endParaRPr lang="en-US" sz="1450" dirty="0"/>
          </a:p>
        </p:txBody>
      </p:sp>
      <p:sp>
        <p:nvSpPr>
          <p:cNvPr id="10" name="Text 3"/>
          <p:cNvSpPr/>
          <p:nvPr/>
        </p:nvSpPr>
        <p:spPr>
          <a:xfrm>
            <a:off x="2160137" y="4832152"/>
            <a:ext cx="3307970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450" b="1" dirty="0">
                <a:solidFill>
                  <a:srgbClr val="8A8B8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Code Reign</a:t>
            </a:r>
            <a:endParaRPr lang="en-US" sz="145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450" b="1" dirty="0">
                <a:solidFill>
                  <a:srgbClr val="8A8B8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AI-powered skill verification</a:t>
            </a:r>
            <a:endParaRPr lang="en-US" sz="1450" dirty="0"/>
          </a:p>
        </p:txBody>
      </p:sp>
      <p:sp>
        <p:nvSpPr>
          <p:cNvPr id="11" name="Text 4"/>
          <p:cNvSpPr/>
          <p:nvPr/>
        </p:nvSpPr>
        <p:spPr>
          <a:xfrm>
            <a:off x="2160137" y="5444728"/>
            <a:ext cx="3307970" cy="1225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3055" indent="-313055">
              <a:lnSpc>
                <a:spcPct val="138000"/>
              </a:lnSpc>
              <a:buSzPct val="100000"/>
              <a:buChar char="•"/>
            </a:pPr>
            <a:r>
              <a:rPr lang="en-US" sz="1450" b="1" dirty="0">
                <a:solidFill>
                  <a:srgbClr val="8A8B8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Lakshya Yadav (Leader)</a:t>
            </a:r>
            <a:endParaRPr lang="en-US" sz="1450" dirty="0"/>
          </a:p>
          <a:p>
            <a:pPr algn="l" marL="313055" indent="-313055">
              <a:lnSpc>
                <a:spcPct val="138000"/>
              </a:lnSpc>
              <a:buSzPct val="100000"/>
              <a:buChar char="•"/>
            </a:pPr>
            <a:r>
              <a:rPr lang="en-US" sz="1450" b="1" dirty="0">
                <a:solidFill>
                  <a:srgbClr val="8A8B8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Garv Gupta</a:t>
            </a:r>
            <a:endParaRPr lang="en-US" sz="1450" dirty="0"/>
          </a:p>
          <a:p>
            <a:pPr algn="l" marL="313055" indent="-313055">
              <a:lnSpc>
                <a:spcPct val="138000"/>
              </a:lnSpc>
              <a:buSzPct val="100000"/>
              <a:buChar char="•"/>
            </a:pPr>
            <a:r>
              <a:rPr lang="en-US" sz="1450" b="1" dirty="0">
                <a:solidFill>
                  <a:srgbClr val="8A8B8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Princy Joshi</a:t>
            </a:r>
            <a:endParaRPr lang="en-US" sz="1450" dirty="0"/>
          </a:p>
          <a:p>
            <a:pPr algn="l" marL="313055" indent="-313055">
              <a:lnSpc>
                <a:spcPct val="138000"/>
              </a:lnSpc>
              <a:buSzPct val="100000"/>
              <a:buChar char="•"/>
            </a:pPr>
            <a:r>
              <a:rPr lang="en-US" sz="1450" b="1" dirty="0">
                <a:solidFill>
                  <a:srgbClr val="6B6B6B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Pranjal Malviya</a:t>
            </a:r>
            <a:endParaRPr lang="en-US" sz="1450" dirty="0"/>
          </a:p>
        </p:txBody>
      </p:sp>
      <p:sp>
        <p:nvSpPr>
          <p:cNvPr id="12" name="Text 5"/>
          <p:cNvSpPr/>
          <p:nvPr/>
        </p:nvSpPr>
        <p:spPr>
          <a:xfrm>
            <a:off x="7371372" y="3789713"/>
            <a:ext cx="4654037" cy="1217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Aravalli Build Challenge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50" y="422573"/>
            <a:ext cx="2333269" cy="1529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00" y="821611"/>
            <a:ext cx="8296564" cy="790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47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PROBLEM STATEMENT</a:t>
            </a:r>
            <a:endParaRPr lang="en-US" sz="4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50" y="1851124"/>
            <a:ext cx="10478428" cy="3869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72826" y="2267545"/>
            <a:ext cx="1618118" cy="2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96BF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PROBLEM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072826" y="2638425"/>
            <a:ext cx="7322359" cy="673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Resumes show claimed skills, but not the evidence that proves what candidates can do.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072826" y="3971230"/>
            <a:ext cx="1970137" cy="26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8F8F8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TARGET USERS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072826" y="4330402"/>
            <a:ext cx="9802071" cy="316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Candidates, recruiters, and companies evaluating role-specific skills.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398" y="6333331"/>
            <a:ext cx="29170" cy="1529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300" y="6371884"/>
            <a:ext cx="3064096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ABC — Aravali Build Championship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3011313" y="6372463"/>
            <a:ext cx="1677549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F8F8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by GDG Udaipur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50" y="422573"/>
            <a:ext cx="2333269" cy="1529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00" y="911007"/>
            <a:ext cx="8353712" cy="790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47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SOLUTION</a:t>
            </a:r>
            <a:endParaRPr lang="en-US" sz="4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83" y="1756370"/>
            <a:ext cx="10802072" cy="43341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04495" y="2165350"/>
            <a:ext cx="1671199" cy="2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96BF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SOLUTION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304495" y="2537817"/>
            <a:ext cx="9767147" cy="883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SkillProof analyzes evidence, builds explainable skill profiles, verifies skills with practical challenges, and matches candidates to roles. Evidence tiers show support—not absolute expertise; AI keeps evidence and gaps visible to candidates and recruiters.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304495" y="3843238"/>
            <a:ext cx="1970137" cy="26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8F8F8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KEY FEATURES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398" y="6333331"/>
            <a:ext cx="29170" cy="15299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8300" y="6371884"/>
            <a:ext cx="3064096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ABC — Aravali Build Championship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304495" y="4193381"/>
            <a:ext cx="4909618" cy="1719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Claim vs evidence comparison</a:t>
            </a:r>
            <a:endParaRPr lang="en-US" sz="14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 evidence graph</a:t>
            </a:r>
            <a:endParaRPr lang="en-US" sz="14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Role-specific practical challenges</a:t>
            </a:r>
            <a:endParaRPr lang="en-US" sz="14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Explainable company matching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3011313" y="6372463"/>
            <a:ext cx="1677549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F8F8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by GDG Udaipur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50" y="422573"/>
            <a:ext cx="2333269" cy="1529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7381" y="856555"/>
            <a:ext cx="8470787" cy="7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7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TECHNICAL APPROACH</a:t>
            </a:r>
            <a:endParaRPr lang="en-US" sz="4700" dirty="0"/>
          </a:p>
        </p:txBody>
      </p:sp>
      <p:sp>
        <p:nvSpPr>
          <p:cNvPr id="4" name="Text 1"/>
          <p:cNvSpPr/>
          <p:nvPr/>
        </p:nvSpPr>
        <p:spPr>
          <a:xfrm>
            <a:off x="682707" y="1938536"/>
            <a:ext cx="2454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7A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SKILLPROOF EVIDENCE-TO-MATCH WORKFLOW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593" y="4707930"/>
            <a:ext cx="153091" cy="101302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640" y="6340574"/>
            <a:ext cx="29170" cy="15299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82707" y="6337796"/>
            <a:ext cx="278460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ABC — Aravali Build Championship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3023517" y="6337498"/>
            <a:ext cx="1662865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6B6B6B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by GDG Udaipur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596885" y="2921000"/>
            <a:ext cx="1727157" cy="672505"/>
          </a:xfrm>
          <a:prstGeom prst="roundRect">
            <a:avLst>
              <a:gd name="adj" fmla="val 10197"/>
            </a:avLst>
          </a:prstGeom>
          <a:solidFill>
            <a:srgbClr val="FFFFFF"/>
          </a:solidFill>
          <a:ln w="6350">
            <a:solidFill>
              <a:srgbClr val="007AFF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98483" y="3022600"/>
            <a:ext cx="1523962" cy="46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Candidate submits evidence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2228794" y="3606800"/>
            <a:ext cx="647684" cy="298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›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2628834" y="2921000"/>
            <a:ext cx="1727157" cy="672505"/>
          </a:xfrm>
          <a:prstGeom prst="roundRect">
            <a:avLst>
              <a:gd name="adj" fmla="val 10197"/>
            </a:avLst>
          </a:prstGeom>
          <a:solidFill>
            <a:srgbClr val="FFFFFF"/>
          </a:solidFill>
          <a:ln w="6350">
            <a:solidFill>
              <a:srgbClr val="007AF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2730432" y="3022600"/>
            <a:ext cx="1523962" cy="46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Evidence extracted and linked to skills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260743" y="3606800"/>
            <a:ext cx="647684" cy="298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›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660783" y="2921000"/>
            <a:ext cx="1727157" cy="672505"/>
          </a:xfrm>
          <a:prstGeom prst="roundRect">
            <a:avLst>
              <a:gd name="adj" fmla="val 10197"/>
            </a:avLst>
          </a:prstGeom>
          <a:solidFill>
            <a:srgbClr val="FFFFFF"/>
          </a:solidFill>
          <a:ln w="6350">
            <a:solidFill>
              <a:srgbClr val="007AF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762381" y="3022600"/>
            <a:ext cx="1523962" cy="46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AI analyzes claims against evidence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292693" y="3606800"/>
            <a:ext cx="647684" cy="298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›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692733" y="2921000"/>
            <a:ext cx="1727157" cy="672505"/>
          </a:xfrm>
          <a:prstGeom prst="roundRect">
            <a:avLst>
              <a:gd name="adj" fmla="val 10197"/>
            </a:avLst>
          </a:prstGeom>
          <a:solidFill>
            <a:srgbClr val="FFFFFF"/>
          </a:solidFill>
          <a:ln w="6350">
            <a:solidFill>
              <a:srgbClr val="007AF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794330" y="3022600"/>
            <a:ext cx="1523962" cy="46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Evidence tiers and skill profile created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324642" y="3606800"/>
            <a:ext cx="647684" cy="298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8724682" y="2921000"/>
            <a:ext cx="1727157" cy="907157"/>
          </a:xfrm>
          <a:prstGeom prst="roundRect">
            <a:avLst>
              <a:gd name="adj" fmla="val 7560"/>
            </a:avLst>
          </a:prstGeom>
          <a:solidFill>
            <a:srgbClr val="FFFFFF"/>
          </a:solidFill>
          <a:ln w="6350">
            <a:solidFill>
              <a:srgbClr val="007A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826279" y="3022600"/>
            <a:ext cx="1523962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Company requirements compared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0356591" y="3606800"/>
            <a:ext cx="647684" cy="298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10756631" y="2921000"/>
            <a:ext cx="1219170" cy="1141809"/>
          </a:xfrm>
          <a:prstGeom prst="roundRect">
            <a:avLst>
              <a:gd name="adj" fmla="val 6006"/>
            </a:avLst>
          </a:prstGeom>
          <a:solidFill>
            <a:srgbClr val="FFFFFF"/>
          </a:solidFill>
          <a:ln w="6350">
            <a:solidFill>
              <a:srgbClr val="007AF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0858228" y="3022600"/>
            <a:ext cx="1015975" cy="9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Explainable candidate matching shown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50" y="422573"/>
            <a:ext cx="2333269" cy="1529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7381" y="856555"/>
            <a:ext cx="8470787" cy="7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7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TECH STACK</a:t>
            </a:r>
            <a:endParaRPr lang="en-US" sz="4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640" y="6340574"/>
            <a:ext cx="29170" cy="1529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2707" y="6337796"/>
            <a:ext cx="278460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ABC — Aravali Build Championship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792440" y="2135981"/>
            <a:ext cx="14621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7A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TECH STACK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02" y="2551113"/>
            <a:ext cx="10842651" cy="145028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5862" y="2677319"/>
            <a:ext cx="153091" cy="1013023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049" y="2677319"/>
            <a:ext cx="153091" cy="1013023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3326" y="2677319"/>
            <a:ext cx="153091" cy="1013023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2010" y="2677319"/>
            <a:ext cx="153091" cy="1013023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135133" y="2733080"/>
            <a:ext cx="1896817" cy="188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7A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3" name="Text 4"/>
          <p:cNvSpPr/>
          <p:nvPr/>
        </p:nvSpPr>
        <p:spPr>
          <a:xfrm>
            <a:off x="3261735" y="2735163"/>
            <a:ext cx="2071735" cy="192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7A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BACKEND</a:t>
            </a:r>
            <a:endParaRPr lang="en-US" sz="1200" dirty="0"/>
          </a:p>
        </p:txBody>
      </p:sp>
      <p:sp>
        <p:nvSpPr>
          <p:cNvPr id="14" name="Text 5"/>
          <p:cNvSpPr/>
          <p:nvPr/>
        </p:nvSpPr>
        <p:spPr>
          <a:xfrm>
            <a:off x="5523270" y="2746871"/>
            <a:ext cx="189681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7A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5" name="Text 6"/>
          <p:cNvSpPr/>
          <p:nvPr/>
        </p:nvSpPr>
        <p:spPr>
          <a:xfrm>
            <a:off x="7705334" y="2763044"/>
            <a:ext cx="2071735" cy="192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7A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AI &amp; INTEGRATIONS</a:t>
            </a:r>
            <a:endParaRPr lang="en-US" sz="1200" dirty="0"/>
          </a:p>
        </p:txBody>
      </p:sp>
      <p:sp>
        <p:nvSpPr>
          <p:cNvPr id="16" name="Text 7"/>
          <p:cNvSpPr/>
          <p:nvPr/>
        </p:nvSpPr>
        <p:spPr>
          <a:xfrm>
            <a:off x="9960520" y="2780109"/>
            <a:ext cx="2071735" cy="192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7A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SCORING</a:t>
            </a:r>
            <a:endParaRPr lang="en-US" sz="1200" dirty="0"/>
          </a:p>
        </p:txBody>
      </p:sp>
      <p:sp>
        <p:nvSpPr>
          <p:cNvPr id="17" name="Text 8"/>
          <p:cNvSpPr/>
          <p:nvPr/>
        </p:nvSpPr>
        <p:spPr>
          <a:xfrm>
            <a:off x="1109932" y="3108424"/>
            <a:ext cx="1218475" cy="599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</a:t>
            </a:r>
            <a:endParaRPr lang="en-US" sz="12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Vite</a:t>
            </a:r>
            <a:endParaRPr lang="en-US" sz="1250" dirty="0"/>
          </a:p>
        </p:txBody>
      </p:sp>
      <p:sp>
        <p:nvSpPr>
          <p:cNvPr id="18" name="Text 9"/>
          <p:cNvSpPr/>
          <p:nvPr/>
        </p:nvSpPr>
        <p:spPr>
          <a:xfrm>
            <a:off x="3261735" y="3091160"/>
            <a:ext cx="1218475" cy="643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</a:t>
            </a:r>
            <a:endParaRPr lang="en-US" sz="1300" dirty="0"/>
          </a:p>
        </p:txBody>
      </p:sp>
      <p:sp>
        <p:nvSpPr>
          <p:cNvPr id="19" name="Text 10"/>
          <p:cNvSpPr/>
          <p:nvPr/>
        </p:nvSpPr>
        <p:spPr>
          <a:xfrm>
            <a:off x="5535474" y="3204270"/>
            <a:ext cx="1336741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Firebase</a:t>
            </a:r>
            <a:endParaRPr lang="en-US" sz="12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 Supabase</a:t>
            </a:r>
            <a:endParaRPr lang="en-US" sz="1250" dirty="0"/>
          </a:p>
        </p:txBody>
      </p:sp>
      <p:sp>
        <p:nvSpPr>
          <p:cNvPr id="20" name="Text 11"/>
          <p:cNvSpPr/>
          <p:nvPr/>
        </p:nvSpPr>
        <p:spPr>
          <a:xfrm>
            <a:off x="7497079" y="3200003"/>
            <a:ext cx="1674572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Gemini API</a:t>
            </a:r>
            <a:endParaRPr lang="en-US" sz="12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 API</a:t>
            </a:r>
            <a:endParaRPr lang="en-US" sz="1250" dirty="0"/>
          </a:p>
        </p:txBody>
      </p:sp>
      <p:sp>
        <p:nvSpPr>
          <p:cNvPr id="21" name="Text 12"/>
          <p:cNvSpPr/>
          <p:nvPr/>
        </p:nvSpPr>
        <p:spPr>
          <a:xfrm>
            <a:off x="9960520" y="3120330"/>
            <a:ext cx="1336741" cy="575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Rule-based</a:t>
            </a:r>
            <a:endParaRPr lang="en-US" sz="12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match reasons</a:t>
            </a: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3023517" y="6337498"/>
            <a:ext cx="1662865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6B6B6B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by GDG Udaipur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50" y="422573"/>
            <a:ext cx="2333269" cy="1529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00" y="888317"/>
            <a:ext cx="8760995" cy="697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45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IMPACT &amp; SCALABILITY</a:t>
            </a:r>
            <a:endParaRPr lang="en-US" sz="4550" dirty="0"/>
          </a:p>
        </p:txBody>
      </p:sp>
      <p:sp>
        <p:nvSpPr>
          <p:cNvPr id="4" name="Text 1"/>
          <p:cNvSpPr/>
          <p:nvPr/>
        </p:nvSpPr>
        <p:spPr>
          <a:xfrm>
            <a:off x="633893" y="2526088"/>
            <a:ext cx="2370177" cy="273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Real impact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3893" y="2907209"/>
            <a:ext cx="422790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Clearer skill proof and visible evidence gaps.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33893" y="3574075"/>
            <a:ext cx="2370177" cy="278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More users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8300" y="3876080"/>
            <a:ext cx="4226514" cy="556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Focused shortlisting and faster evidence review.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6050" y="4627839"/>
            <a:ext cx="2340909" cy="273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Built to scale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8300" y="5011539"/>
            <a:ext cx="3905946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Expand assessment types, integrations, and organization-specific challenges.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315" y="1851124"/>
            <a:ext cx="6832231" cy="40083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05778" y="3379113"/>
            <a:ext cx="1587460" cy="230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500" b="1" dirty="0">
                <a:solidFill>
                  <a:srgbClr val="157EFB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CANDIDATES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242389" y="3905052"/>
            <a:ext cx="1460463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 skills through projects, code, and challenges.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897" y="3279577"/>
            <a:ext cx="590634" cy="2987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83199" y="3385491"/>
            <a:ext cx="1841454" cy="24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600" b="1" dirty="0">
                <a:solidFill>
                  <a:srgbClr val="FF4D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COMPANIES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619809" y="3905052"/>
            <a:ext cx="1676358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 evidence, gaps, and requirement-level reasons.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8026" y="3417987"/>
            <a:ext cx="532196" cy="15299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32749" y="3378716"/>
            <a:ext cx="1523962" cy="230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500" b="1" dirty="0">
                <a:solidFill>
                  <a:srgbClr val="02A84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91% EXAMPLE*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0032749" y="3905052"/>
            <a:ext cx="1523962" cy="911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Illustrative evidence match—not a validated hiring prediction.</a:t>
            </a: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5398" y="6333331"/>
            <a:ext cx="29170" cy="16023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8300" y="6347916"/>
            <a:ext cx="2809011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ABC — Aravali Build Championship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3023517" y="6341269"/>
            <a:ext cx="166286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8F8F8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by GDG Udaipur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2026-10-14T21:29:13Z</dcterms:created>
  <dcterms:modified xsi:type="dcterms:W3CDTF">2026-10-14T21:29:13Z</dcterms:modified>
</cp:coreProperties>
</file>